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C6B6-0EEB-B67B-88BD-2006F7273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53C629-ADAA-8928-FFC7-E95CE2BB1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FB7AB-D760-9C83-D117-D0375BD1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DCD2-54ED-49E7-91B7-CC01DDD0D53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13E51-C8FD-74D0-7449-B5AF86E13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1251C-9960-BB0A-B848-28DBBD24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78F0-E470-4BE4-9720-AD7D2B188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79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91AA4-6A29-C4E3-25F5-3415858BE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284B7-7E8A-7140-3A17-7C3A99D75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03E1A-5870-CA57-8993-BF8415213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DCD2-54ED-49E7-91B7-CC01DDD0D53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74201-EA77-BCC9-5C72-A95E53E59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C376F-ABEC-F160-DE0C-41BE67477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78F0-E470-4BE4-9720-AD7D2B188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92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586A9-378C-6F4C-AA75-C6AFD8F29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6894E-6FF5-521B-CB40-658414D79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3FE57-08DC-8CE4-A4E0-978C4DE7D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DCD2-54ED-49E7-91B7-CC01DDD0D53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87B1C-1139-24C3-E488-AA3971D35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116-CF68-BE8C-3800-0EC5F5C0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78F0-E470-4BE4-9720-AD7D2B188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054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31832-BDD3-5A03-FB05-9157503A1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DA11F-E3B7-0D88-A826-6D71330CC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BB2DF-F1AE-2F2F-470C-1C70A6D53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0C26E-2BE9-70A0-BD50-815232BBC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DCD2-54ED-49E7-91B7-CC01DDD0D53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791EA-210C-782A-7DEB-D4A7EE3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241DF-2760-D46A-1A0B-99E424F3E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78F0-E470-4BE4-9720-AD7D2B188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41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3B527-A2B1-97A2-F20F-2E65B0961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83638-83F8-57C0-B674-1E2CA0111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BFA0D-EE0A-AFAC-17CA-A30990326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93A91-7885-9CAA-7724-A33F23AFF0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C05A61-039B-10FD-0AD0-984022E56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A6D70-AB02-9FFE-7F48-3741648C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DCD2-54ED-49E7-91B7-CC01DDD0D53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747DC1-0EBF-B639-B7CD-5332704C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211A7A-8765-365C-8137-1E4C03CF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78F0-E470-4BE4-9720-AD7D2B188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59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FB74F-6DD0-2664-B359-CAD09277D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B7ACD-430E-097A-A67F-F6599D0E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DCD2-54ED-49E7-91B7-CC01DDD0D53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F9834-26AB-3B6F-15B6-5ED7EA14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48004-97EF-180A-3116-2805D7B6B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78F0-E470-4BE4-9720-AD7D2B188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469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FC2A77-1803-0A30-DD9B-F67746A9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DCD2-54ED-49E7-91B7-CC01DDD0D53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D2D438-C184-F0CD-5E58-ECA2286B2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2471A-D1B8-BFAD-5A86-9D680575D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78F0-E470-4BE4-9720-AD7D2B188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700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75F5B-E01B-7E95-64BE-F7DA88A8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F87AC-B120-637C-F310-2850282D7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700B6-F25E-AB48-09BB-61841B770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C7A37-7302-60B4-BAA7-C743229DB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DCD2-54ED-49E7-91B7-CC01DDD0D53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1EE72-A5F5-F270-6A38-AFAFA0A08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93FDF-8B2F-65FD-034D-A200DC2D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78F0-E470-4BE4-9720-AD7D2B188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901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6618B-E8D1-2FD9-A2AA-B2C2165C3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FB1063-60DD-F0E3-49DB-401E73E17A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E973D-18DB-73F6-27B8-D664D0D54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62443-B282-202A-D0E0-47CF9050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DCD2-54ED-49E7-91B7-CC01DDD0D53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BB1C2-0F98-D790-86F4-03016418B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CE069-7E13-9905-BE62-52939AA6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78F0-E470-4BE4-9720-AD7D2B188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57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0941-1E5B-D856-EB1D-E61D266D7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E2ED-CA19-100B-1AB1-88EBC9902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AFE57-88ED-2ED0-70C6-23416E044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DCD2-54ED-49E7-91B7-CC01DDD0D53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8384F-E1ED-7E36-6E6F-5B729FF60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B7DF9-1636-4C2D-73AB-6F0CC7296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78F0-E470-4BE4-9720-AD7D2B188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357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F9C67D-5EC0-959B-5636-1FD7E68837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CA141-E6AA-FA92-DBC5-4F71C81CB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2771E-2E42-884E-1558-847787B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DCD2-54ED-49E7-91B7-CC01DDD0D53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DE8D2-7620-A62A-BF99-70FE6D4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A119D-6C11-F6F4-2B50-8E83FBB8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78F0-E470-4BE4-9720-AD7D2B188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79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D21C0C-D57A-D941-96EF-2284768BB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4ED45-A7AC-588E-7A7C-07229071B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E897E-BE3F-D1A8-704A-E2AB4813A1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4DCD2-54ED-49E7-91B7-CC01DDD0D53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8F7EC-0027-C899-F0A3-9169B8214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E884A-9F43-A2F6-451C-E34FAA25E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378F0-E470-4BE4-9720-AD7D2B188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274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madhusudangroup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incord.com/about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madhusudangroup.com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incord.com/featured-samples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adhusudangroup.com/contact-us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3C379-6AD4-F25B-5767-A930C845EF89}"/>
              </a:ext>
            </a:extLst>
          </p:cNvPr>
          <p:cNvSpPr txBox="1"/>
          <p:nvPr/>
        </p:nvSpPr>
        <p:spPr>
          <a:xfrm>
            <a:off x="138952" y="175409"/>
            <a:ext cx="1757082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LOGO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582884-8842-D15C-D2E2-450B7D53F0A2}"/>
              </a:ext>
            </a:extLst>
          </p:cNvPr>
          <p:cNvSpPr txBox="1"/>
          <p:nvPr/>
        </p:nvSpPr>
        <p:spPr>
          <a:xfrm>
            <a:off x="8104093" y="175410"/>
            <a:ext cx="398032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GET IN TOUCH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89B464-7006-162E-40BA-476801701160}"/>
              </a:ext>
            </a:extLst>
          </p:cNvPr>
          <p:cNvSpPr txBox="1"/>
          <p:nvPr/>
        </p:nvSpPr>
        <p:spPr>
          <a:xfrm>
            <a:off x="1999123" y="667853"/>
            <a:ext cx="753041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HOME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C9C7DF-63FA-0D7C-3401-D658C50763DF}"/>
              </a:ext>
            </a:extLst>
          </p:cNvPr>
          <p:cNvSpPr txBox="1"/>
          <p:nvPr/>
        </p:nvSpPr>
        <p:spPr>
          <a:xfrm>
            <a:off x="2823881" y="667853"/>
            <a:ext cx="105784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ABOUT 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7A4DD6-2470-652E-B618-CFD349FDE19A}"/>
              </a:ext>
            </a:extLst>
          </p:cNvPr>
          <p:cNvSpPr txBox="1"/>
          <p:nvPr/>
        </p:nvSpPr>
        <p:spPr>
          <a:xfrm>
            <a:off x="3953439" y="667853"/>
            <a:ext cx="1290923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CAPABILITIES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5F6C4E-A674-0E75-8E20-0F2377DA2F03}"/>
              </a:ext>
            </a:extLst>
          </p:cNvPr>
          <p:cNvSpPr txBox="1"/>
          <p:nvPr/>
        </p:nvSpPr>
        <p:spPr>
          <a:xfrm>
            <a:off x="6445609" y="667853"/>
            <a:ext cx="155987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CERTIFICATIONS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1B620B-AA68-2E15-3A63-7341A2C0D6C7}"/>
              </a:ext>
            </a:extLst>
          </p:cNvPr>
          <p:cNvSpPr txBox="1"/>
          <p:nvPr/>
        </p:nvSpPr>
        <p:spPr>
          <a:xfrm>
            <a:off x="313765" y="1425388"/>
            <a:ext cx="107666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This 1</a:t>
            </a:r>
            <a:r>
              <a:rPr lang="en-IN" i="1" baseline="30000" dirty="0"/>
              <a:t>st</a:t>
            </a:r>
            <a:r>
              <a:rPr lang="en-IN" i="1" dirty="0"/>
              <a:t> page is inspired from </a:t>
            </a:r>
            <a:r>
              <a:rPr lang="en-IN" i="1" dirty="0">
                <a:hlinkClick r:id="rId2"/>
              </a:rPr>
              <a:t>https://madhusudangroup.com/</a:t>
            </a:r>
            <a:endParaRPr lang="en-IN" i="1" dirty="0"/>
          </a:p>
          <a:p>
            <a:r>
              <a:rPr lang="en-IN" i="1" dirty="0"/>
              <a:t>We want just the logo on the Home Page and our motto </a:t>
            </a:r>
            <a:r>
              <a:rPr lang="en-IN" dirty="0"/>
              <a:t>– </a:t>
            </a:r>
            <a:r>
              <a:rPr lang="en-IN" b="1" dirty="0"/>
              <a:t>DRIVING CLEAN FASHION </a:t>
            </a:r>
          </a:p>
          <a:p>
            <a:r>
              <a:rPr lang="en-IN" b="1" dirty="0"/>
              <a:t>Our ideals are : </a:t>
            </a:r>
            <a:r>
              <a:rPr lang="en-IN" dirty="0"/>
              <a:t>Sustainability, Agility , Service</a:t>
            </a:r>
          </a:p>
          <a:p>
            <a:endParaRPr lang="en-IN" dirty="0"/>
          </a:p>
          <a:p>
            <a:r>
              <a:rPr lang="en-IN" i="1" dirty="0"/>
              <a:t>Below the logo , there can be link to </a:t>
            </a:r>
            <a:r>
              <a:rPr lang="en-IN" u="sng" dirty="0"/>
              <a:t>About us</a:t>
            </a:r>
          </a:p>
          <a:p>
            <a:r>
              <a:rPr lang="en-IN" i="1" dirty="0"/>
              <a:t>We don’t want the website to be text-heavy</a:t>
            </a:r>
          </a:p>
          <a:p>
            <a:r>
              <a:rPr lang="en-IN" i="1" dirty="0"/>
              <a:t>More of images just to SHOW the world what Aayushi Fab is – most of our buyers have heard our name and seen our fabrics but have never seen our manufacturing facility; this website will be a curtain-raiser for them</a:t>
            </a:r>
          </a:p>
          <a:p>
            <a:endParaRPr lang="en-IN" i="1" dirty="0"/>
          </a:p>
          <a:p>
            <a:r>
              <a:rPr lang="en-IN" i="1" dirty="0"/>
              <a:t>Will give short write-up wherever necessary just to give a brief understanding to the buyer</a:t>
            </a:r>
          </a:p>
          <a:p>
            <a:r>
              <a:rPr lang="en-IN" i="1" dirty="0"/>
              <a:t>(similar to how food menu has brief description of food item in a restaurant)</a:t>
            </a:r>
          </a:p>
          <a:p>
            <a:endParaRPr lang="en-IN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00B788-4EB9-242B-1D89-9D9B7E71EEB7}"/>
              </a:ext>
            </a:extLst>
          </p:cNvPr>
          <p:cNvSpPr txBox="1"/>
          <p:nvPr/>
        </p:nvSpPr>
        <p:spPr>
          <a:xfrm>
            <a:off x="5298150" y="421632"/>
            <a:ext cx="1093671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FEATURED FABRICS</a:t>
            </a:r>
          </a:p>
        </p:txBody>
      </p:sp>
    </p:spTree>
    <p:extLst>
      <p:ext uri="{BB962C8B-B14F-4D97-AF65-F5344CB8AC3E}">
        <p14:creationId xmlns:p14="http://schemas.microsoft.com/office/powerpoint/2010/main" val="1673120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63B5-0B01-9B1A-0028-6B2A4062B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397E2B-95F8-7D70-C70B-7B34269383AC}"/>
              </a:ext>
            </a:extLst>
          </p:cNvPr>
          <p:cNvSpPr txBox="1"/>
          <p:nvPr/>
        </p:nvSpPr>
        <p:spPr>
          <a:xfrm>
            <a:off x="138952" y="175409"/>
            <a:ext cx="1757082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LOGO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6D0FF-D6C1-EF53-59EB-1B6635EE94AF}"/>
              </a:ext>
            </a:extLst>
          </p:cNvPr>
          <p:cNvSpPr txBox="1"/>
          <p:nvPr/>
        </p:nvSpPr>
        <p:spPr>
          <a:xfrm>
            <a:off x="8104093" y="175410"/>
            <a:ext cx="398032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GET IN TOUCH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80C70-23BD-B336-64A1-9797E5C18B0E}"/>
              </a:ext>
            </a:extLst>
          </p:cNvPr>
          <p:cNvSpPr txBox="1"/>
          <p:nvPr/>
        </p:nvSpPr>
        <p:spPr>
          <a:xfrm>
            <a:off x="1999123" y="667853"/>
            <a:ext cx="75304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HOME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5BFE50-35B7-8796-5EDE-C39DA61091FB}"/>
              </a:ext>
            </a:extLst>
          </p:cNvPr>
          <p:cNvSpPr txBox="1"/>
          <p:nvPr/>
        </p:nvSpPr>
        <p:spPr>
          <a:xfrm>
            <a:off x="2823881" y="667853"/>
            <a:ext cx="1057841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ABOUT 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927013-93A4-0095-CECC-91D62D4C872D}"/>
              </a:ext>
            </a:extLst>
          </p:cNvPr>
          <p:cNvSpPr txBox="1"/>
          <p:nvPr/>
        </p:nvSpPr>
        <p:spPr>
          <a:xfrm>
            <a:off x="3953439" y="667853"/>
            <a:ext cx="1290923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CAPABILITIES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2E82D1-226E-0308-DFDA-9F1A7D2F48D9}"/>
              </a:ext>
            </a:extLst>
          </p:cNvPr>
          <p:cNvSpPr txBox="1"/>
          <p:nvPr/>
        </p:nvSpPr>
        <p:spPr>
          <a:xfrm>
            <a:off x="6445609" y="667853"/>
            <a:ext cx="155987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CERTIFICATIONS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47AA2-8F91-0CC2-D907-4E5F3EC9BC7D}"/>
              </a:ext>
            </a:extLst>
          </p:cNvPr>
          <p:cNvSpPr txBox="1"/>
          <p:nvPr/>
        </p:nvSpPr>
        <p:spPr>
          <a:xfrm>
            <a:off x="313765" y="1425388"/>
            <a:ext cx="1076661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This page is inspired from </a:t>
            </a:r>
            <a:r>
              <a:rPr lang="en-IN" i="1" dirty="0">
                <a:hlinkClick r:id="rId2"/>
              </a:rPr>
              <a:t>https://www.jaincord.com/about/</a:t>
            </a:r>
            <a:endParaRPr lang="en-IN" i="1" dirty="0"/>
          </a:p>
          <a:p>
            <a:endParaRPr lang="en-IN" i="1" dirty="0"/>
          </a:p>
          <a:p>
            <a:r>
              <a:rPr lang="en-IN" b="1" dirty="0"/>
              <a:t>We are a fashion-forward textile company that is focused on </a:t>
            </a:r>
            <a:r>
              <a:rPr lang="en-IN" b="1" u="sng" dirty="0"/>
              <a:t>sustainabl</a:t>
            </a:r>
            <a:r>
              <a:rPr lang="en-IN" b="1" dirty="0"/>
              <a:t>y building products for diverse customers across the global fashion industry </a:t>
            </a:r>
          </a:p>
          <a:p>
            <a:endParaRPr lang="en-IN" b="1" dirty="0"/>
          </a:p>
          <a:p>
            <a:r>
              <a:rPr lang="en-IN" b="1" dirty="0"/>
              <a:t>Tracing it roots as a small textile trading company started in 1948 in Kolkata, India, today Aayushi Fab has grown to become a sustainable manufacturer of a wide variety of textile offerings under the able leadership of Mr. Ashok Agarwal. (Ashok Agarwal photo)</a:t>
            </a:r>
          </a:p>
          <a:p>
            <a:r>
              <a:rPr lang="en-IN" b="1" dirty="0"/>
              <a:t>Today we are 150+ members strong organisation manufacturing textured </a:t>
            </a:r>
            <a:r>
              <a:rPr lang="en-IN" b="1" u="sng" dirty="0"/>
              <a:t>yarns</a:t>
            </a:r>
            <a:r>
              <a:rPr lang="en-IN" b="1" dirty="0"/>
              <a:t>, making raw fabric out of the yarns through both </a:t>
            </a:r>
            <a:r>
              <a:rPr lang="en-IN" b="1" u="sng" dirty="0"/>
              <a:t>knittin</a:t>
            </a:r>
            <a:r>
              <a:rPr lang="en-IN" b="1" dirty="0"/>
              <a:t>g and </a:t>
            </a:r>
            <a:r>
              <a:rPr lang="en-IN" b="1" u="sng" dirty="0"/>
              <a:t>weaving</a:t>
            </a:r>
            <a:r>
              <a:rPr lang="en-IN" b="1" dirty="0"/>
              <a:t> processes, </a:t>
            </a:r>
            <a:r>
              <a:rPr lang="en-IN" b="1" u="sng" dirty="0"/>
              <a:t>digital printing </a:t>
            </a:r>
            <a:r>
              <a:rPr lang="en-IN" b="1" dirty="0"/>
              <a:t>fabric and further adding value to finished fabric through </a:t>
            </a:r>
            <a:r>
              <a:rPr lang="en-IN" b="1" u="sng" dirty="0"/>
              <a:t>foil printin</a:t>
            </a:r>
            <a:r>
              <a:rPr lang="en-IN" b="1" dirty="0"/>
              <a:t>g and </a:t>
            </a:r>
            <a:r>
              <a:rPr lang="en-IN" b="1" u="sng" dirty="0"/>
              <a:t>embroideries</a:t>
            </a:r>
            <a:r>
              <a:rPr lang="en-IN" b="1" dirty="0"/>
              <a:t>. (</a:t>
            </a:r>
            <a:r>
              <a:rPr lang="en-IN" sz="1200" b="1" dirty="0"/>
              <a:t>Factory staff photo) (processes can be links to capabilities page)</a:t>
            </a:r>
          </a:p>
          <a:p>
            <a:r>
              <a:rPr lang="en-IN" b="1" dirty="0"/>
              <a:t>Our sustainability-focus is unparalleled : our green manufacturing unit is built and operated in a manner which supports our vision</a:t>
            </a:r>
          </a:p>
          <a:p>
            <a:r>
              <a:rPr lang="en-IN" b="1" dirty="0"/>
              <a:t>Our quality-focus is unparalleled :  our strict quality focus helps us deliver the correct product to our buyers all across the globe – on time, every time</a:t>
            </a:r>
          </a:p>
          <a:p>
            <a:r>
              <a:rPr lang="en-IN" b="1" dirty="0"/>
              <a:t>Our agility is unparalleled : Having all textile processes in-house helps us develop fashion-forward products faster and better than everyone</a:t>
            </a:r>
          </a:p>
          <a:p>
            <a:endParaRPr lang="en-IN" b="1" dirty="0"/>
          </a:p>
          <a:p>
            <a:r>
              <a:rPr lang="en-IN" b="1" dirty="0"/>
              <a:t>Being a family-run business, we take a personalized approach in dealing with all our customers and attending to their textile requirements (family photo)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7B715B-99A7-A813-0660-E125BAED2D22}"/>
              </a:ext>
            </a:extLst>
          </p:cNvPr>
          <p:cNvSpPr txBox="1"/>
          <p:nvPr/>
        </p:nvSpPr>
        <p:spPr>
          <a:xfrm>
            <a:off x="5298150" y="421632"/>
            <a:ext cx="1093671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FEATURED FABRICS</a:t>
            </a:r>
          </a:p>
        </p:txBody>
      </p:sp>
    </p:spTree>
    <p:extLst>
      <p:ext uri="{BB962C8B-B14F-4D97-AF65-F5344CB8AC3E}">
        <p14:creationId xmlns:p14="http://schemas.microsoft.com/office/powerpoint/2010/main" val="92905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FDC6B-77ED-B838-C899-62C0929E9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D46ADE-69D9-2DAE-D78F-578AFB5D3D51}"/>
              </a:ext>
            </a:extLst>
          </p:cNvPr>
          <p:cNvSpPr txBox="1"/>
          <p:nvPr/>
        </p:nvSpPr>
        <p:spPr>
          <a:xfrm>
            <a:off x="138952" y="175409"/>
            <a:ext cx="1757082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LOGO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FA63C-0A1B-BBF4-A977-E98F166B4B4F}"/>
              </a:ext>
            </a:extLst>
          </p:cNvPr>
          <p:cNvSpPr txBox="1"/>
          <p:nvPr/>
        </p:nvSpPr>
        <p:spPr>
          <a:xfrm>
            <a:off x="8104093" y="175410"/>
            <a:ext cx="398032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GET IN TOUCH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B0BD1E-3959-1399-3E39-DBE02F1CE66E}"/>
              </a:ext>
            </a:extLst>
          </p:cNvPr>
          <p:cNvSpPr txBox="1"/>
          <p:nvPr/>
        </p:nvSpPr>
        <p:spPr>
          <a:xfrm>
            <a:off x="1999123" y="667853"/>
            <a:ext cx="75304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HOME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74E89-DFA6-C974-63C3-AB00BA1E3AE9}"/>
              </a:ext>
            </a:extLst>
          </p:cNvPr>
          <p:cNvSpPr txBox="1"/>
          <p:nvPr/>
        </p:nvSpPr>
        <p:spPr>
          <a:xfrm>
            <a:off x="2823881" y="667853"/>
            <a:ext cx="1057841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ABOUT 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0B14A4-BD36-99DB-B605-5E037FF919AE}"/>
              </a:ext>
            </a:extLst>
          </p:cNvPr>
          <p:cNvSpPr txBox="1"/>
          <p:nvPr/>
        </p:nvSpPr>
        <p:spPr>
          <a:xfrm>
            <a:off x="3953439" y="667853"/>
            <a:ext cx="1290923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CAPABILITIES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B70C5B-DFF5-5CDD-AED9-F97FFBDBFF62}"/>
              </a:ext>
            </a:extLst>
          </p:cNvPr>
          <p:cNvSpPr txBox="1"/>
          <p:nvPr/>
        </p:nvSpPr>
        <p:spPr>
          <a:xfrm>
            <a:off x="6445609" y="667853"/>
            <a:ext cx="155987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CERTIFICATIONS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0C4A6E-6F57-AF94-01A7-FE32BC591B7F}"/>
              </a:ext>
            </a:extLst>
          </p:cNvPr>
          <p:cNvSpPr txBox="1"/>
          <p:nvPr/>
        </p:nvSpPr>
        <p:spPr>
          <a:xfrm>
            <a:off x="313765" y="1425388"/>
            <a:ext cx="10766611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Then after the above texts, maybe we do a infographic similar to homepage of </a:t>
            </a:r>
            <a:r>
              <a:rPr lang="en-IN" i="1" dirty="0">
                <a:hlinkClick r:id="rId2"/>
              </a:rPr>
              <a:t>https://madhusudangroup.com/</a:t>
            </a:r>
            <a:endParaRPr lang="en-IN" i="1" dirty="0"/>
          </a:p>
          <a:p>
            <a:r>
              <a:rPr lang="en-IN" i="1" dirty="0"/>
              <a:t>Showing our annual production figures</a:t>
            </a:r>
          </a:p>
          <a:p>
            <a:endParaRPr lang="en-IN" sz="1400" b="1" i="1" dirty="0"/>
          </a:p>
          <a:p>
            <a:r>
              <a:rPr lang="en-IN" sz="1400" b="1" i="1" dirty="0"/>
              <a:t>After the infographic</a:t>
            </a:r>
            <a:r>
              <a:rPr lang="en-IN" i="1" dirty="0"/>
              <a:t>, </a:t>
            </a:r>
            <a:r>
              <a:rPr lang="en-IN" b="1" dirty="0"/>
              <a:t>Our sustainability-first approach and commitment to transparency and fair-trade are rewarded by our customers and this reflects in the number of fashion retailers that have formally signed us up as a key component of their fashion supply-chains</a:t>
            </a:r>
          </a:p>
          <a:p>
            <a:r>
              <a:rPr lang="en-IN" b="1" dirty="0"/>
              <a:t>Brands that have chosen the difference by associating with us are </a:t>
            </a:r>
            <a:r>
              <a:rPr lang="en-IN" i="1" dirty="0"/>
              <a:t>–</a:t>
            </a:r>
          </a:p>
          <a:p>
            <a:endParaRPr lang="en-IN" i="1" dirty="0"/>
          </a:p>
          <a:p>
            <a:endParaRPr lang="en-IN" i="1" dirty="0"/>
          </a:p>
          <a:p>
            <a:endParaRPr lang="en-IN" i="1" dirty="0"/>
          </a:p>
          <a:p>
            <a:endParaRPr lang="en-IN" i="1" dirty="0"/>
          </a:p>
          <a:p>
            <a:pPr algn="ctr"/>
            <a:r>
              <a:rPr lang="en-IN" sz="3600" b="1" i="1" dirty="0"/>
              <a:t>BRAND LOGOS</a:t>
            </a:r>
          </a:p>
          <a:p>
            <a:endParaRPr lang="en-IN" i="1" dirty="0"/>
          </a:p>
          <a:p>
            <a:endParaRPr lang="en-IN" i="1" dirty="0"/>
          </a:p>
          <a:p>
            <a:endParaRPr lang="en-IN" i="1" dirty="0"/>
          </a:p>
          <a:p>
            <a:endParaRPr lang="en-IN" i="1" dirty="0"/>
          </a:p>
          <a:p>
            <a:endParaRPr lang="en-IN" i="1" dirty="0"/>
          </a:p>
          <a:p>
            <a:r>
              <a:rPr lang="en-IN" sz="1200" b="1" i="1" dirty="0"/>
              <a:t>Page end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5F0BC0-D959-C497-13F9-90DE2A3EE341}"/>
              </a:ext>
            </a:extLst>
          </p:cNvPr>
          <p:cNvSpPr txBox="1"/>
          <p:nvPr/>
        </p:nvSpPr>
        <p:spPr>
          <a:xfrm>
            <a:off x="5298150" y="421632"/>
            <a:ext cx="1093671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FEATURED FABRICS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759B45-E0DA-B385-8945-38E0637DCC04}"/>
              </a:ext>
            </a:extLst>
          </p:cNvPr>
          <p:cNvSpPr txBox="1"/>
          <p:nvPr/>
        </p:nvSpPr>
        <p:spPr>
          <a:xfrm>
            <a:off x="2832844" y="192723"/>
            <a:ext cx="1057841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CONTD.</a:t>
            </a:r>
          </a:p>
        </p:txBody>
      </p:sp>
    </p:spTree>
    <p:extLst>
      <p:ext uri="{BB962C8B-B14F-4D97-AF65-F5344CB8AC3E}">
        <p14:creationId xmlns:p14="http://schemas.microsoft.com/office/powerpoint/2010/main" val="41297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0B027-5E8B-8699-BCD0-5DF1689CD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6BA634-1272-70C9-66B6-9CAB11A2690B}"/>
              </a:ext>
            </a:extLst>
          </p:cNvPr>
          <p:cNvSpPr txBox="1"/>
          <p:nvPr/>
        </p:nvSpPr>
        <p:spPr>
          <a:xfrm>
            <a:off x="138952" y="175409"/>
            <a:ext cx="1757082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LOGO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1F540-636F-4DC3-0728-51BACD1E2D77}"/>
              </a:ext>
            </a:extLst>
          </p:cNvPr>
          <p:cNvSpPr txBox="1"/>
          <p:nvPr/>
        </p:nvSpPr>
        <p:spPr>
          <a:xfrm>
            <a:off x="8104093" y="175410"/>
            <a:ext cx="398032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GET IN TOUCH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9F16D6-733F-BD3C-E48A-F1A7A8BA5196}"/>
              </a:ext>
            </a:extLst>
          </p:cNvPr>
          <p:cNvSpPr txBox="1"/>
          <p:nvPr/>
        </p:nvSpPr>
        <p:spPr>
          <a:xfrm>
            <a:off x="1999123" y="667853"/>
            <a:ext cx="75304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HOME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E0741-DFE7-5897-5730-6CA97C4E6345}"/>
              </a:ext>
            </a:extLst>
          </p:cNvPr>
          <p:cNvSpPr txBox="1"/>
          <p:nvPr/>
        </p:nvSpPr>
        <p:spPr>
          <a:xfrm>
            <a:off x="2823881" y="667853"/>
            <a:ext cx="105784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ABOUT 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4B70CE-3AA3-11CE-D56E-E851158DFCE8}"/>
              </a:ext>
            </a:extLst>
          </p:cNvPr>
          <p:cNvSpPr txBox="1"/>
          <p:nvPr/>
        </p:nvSpPr>
        <p:spPr>
          <a:xfrm>
            <a:off x="3953439" y="667853"/>
            <a:ext cx="1290923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CAPABILITIES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215AA-F1DC-6B57-19AC-2BF6E18AF3E5}"/>
              </a:ext>
            </a:extLst>
          </p:cNvPr>
          <p:cNvSpPr txBox="1"/>
          <p:nvPr/>
        </p:nvSpPr>
        <p:spPr>
          <a:xfrm>
            <a:off x="6445609" y="667853"/>
            <a:ext cx="155987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CERTIFICATIONS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899F5D-4650-7D99-B94E-B00CFCAB7DE2}"/>
              </a:ext>
            </a:extLst>
          </p:cNvPr>
          <p:cNvSpPr txBox="1"/>
          <p:nvPr/>
        </p:nvSpPr>
        <p:spPr>
          <a:xfrm>
            <a:off x="313765" y="1425388"/>
            <a:ext cx="107666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This page is not inspired – ye original </a:t>
            </a:r>
            <a:r>
              <a:rPr lang="en-IN" i="1" dirty="0" err="1"/>
              <a:t>rahega</a:t>
            </a:r>
            <a:endParaRPr lang="en-IN" i="1" dirty="0"/>
          </a:p>
          <a:p>
            <a:endParaRPr lang="en-IN" i="1" dirty="0"/>
          </a:p>
          <a:p>
            <a:r>
              <a:rPr lang="en-IN" i="1" dirty="0"/>
              <a:t>There will be 7 sub-sections in this page : for every section we will have short write up, images and products we manufacture with images if possible</a:t>
            </a:r>
          </a:p>
          <a:p>
            <a:r>
              <a:rPr lang="en-IN" i="1" dirty="0"/>
              <a:t>Sub-sections in order will be :</a:t>
            </a:r>
          </a:p>
          <a:p>
            <a:endParaRPr lang="en-IN" i="1" dirty="0"/>
          </a:p>
          <a:p>
            <a:r>
              <a:rPr lang="en-IN" b="1" dirty="0"/>
              <a:t>Weaving</a:t>
            </a:r>
          </a:p>
          <a:p>
            <a:r>
              <a:rPr lang="en-IN" b="1" dirty="0"/>
              <a:t>Knitting</a:t>
            </a:r>
          </a:p>
          <a:p>
            <a:r>
              <a:rPr lang="en-IN" b="1" dirty="0"/>
              <a:t>Digital Printing</a:t>
            </a:r>
          </a:p>
          <a:p>
            <a:r>
              <a:rPr lang="en-IN" b="1" dirty="0"/>
              <a:t>Embroideries</a:t>
            </a:r>
          </a:p>
          <a:p>
            <a:r>
              <a:rPr lang="en-IN" b="1" dirty="0"/>
              <a:t>Foil Printing</a:t>
            </a:r>
          </a:p>
          <a:p>
            <a:r>
              <a:rPr lang="en-IN" b="1" dirty="0"/>
              <a:t>Yarns</a:t>
            </a:r>
          </a:p>
          <a:p>
            <a:r>
              <a:rPr lang="en-IN" b="1" dirty="0"/>
              <a:t>Processing</a:t>
            </a:r>
          </a:p>
          <a:p>
            <a:endParaRPr lang="en-IN" i="1" dirty="0"/>
          </a:p>
          <a:p>
            <a:r>
              <a:rPr lang="en-IN" i="1" dirty="0"/>
              <a:t>If you want I can give images and write-up or as I would prefer, 1</a:t>
            </a:r>
            <a:r>
              <a:rPr lang="en-IN" i="1" baseline="30000" dirty="0"/>
              <a:t>st</a:t>
            </a:r>
            <a:r>
              <a:rPr lang="en-IN" i="1" dirty="0"/>
              <a:t> make a basic website and then we will add these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A79416-D6FD-C6AB-CC5F-4749084C7C1E}"/>
              </a:ext>
            </a:extLst>
          </p:cNvPr>
          <p:cNvSpPr txBox="1"/>
          <p:nvPr/>
        </p:nvSpPr>
        <p:spPr>
          <a:xfrm>
            <a:off x="5298150" y="421632"/>
            <a:ext cx="1093671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FEATURED FABRICS</a:t>
            </a:r>
          </a:p>
        </p:txBody>
      </p:sp>
    </p:spTree>
    <p:extLst>
      <p:ext uri="{BB962C8B-B14F-4D97-AF65-F5344CB8AC3E}">
        <p14:creationId xmlns:p14="http://schemas.microsoft.com/office/powerpoint/2010/main" val="395545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3955B-14C5-B471-0A76-77CC16464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1B0615-542E-92AB-3179-11E11D4A3BA2}"/>
              </a:ext>
            </a:extLst>
          </p:cNvPr>
          <p:cNvSpPr txBox="1"/>
          <p:nvPr/>
        </p:nvSpPr>
        <p:spPr>
          <a:xfrm>
            <a:off x="138952" y="175409"/>
            <a:ext cx="1757082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LOGO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EE38F-0669-61F3-F08F-B0BA8331FD7A}"/>
              </a:ext>
            </a:extLst>
          </p:cNvPr>
          <p:cNvSpPr txBox="1"/>
          <p:nvPr/>
        </p:nvSpPr>
        <p:spPr>
          <a:xfrm>
            <a:off x="8104093" y="175410"/>
            <a:ext cx="398032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GET IN TOUCH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44C54E-0FA2-6163-8FAF-4402E82185EB}"/>
              </a:ext>
            </a:extLst>
          </p:cNvPr>
          <p:cNvSpPr txBox="1"/>
          <p:nvPr/>
        </p:nvSpPr>
        <p:spPr>
          <a:xfrm>
            <a:off x="1999123" y="667853"/>
            <a:ext cx="75304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HOME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9F0102-16A1-8FD9-48F4-A1E13CDE1197}"/>
              </a:ext>
            </a:extLst>
          </p:cNvPr>
          <p:cNvSpPr txBox="1"/>
          <p:nvPr/>
        </p:nvSpPr>
        <p:spPr>
          <a:xfrm>
            <a:off x="2823881" y="667853"/>
            <a:ext cx="105784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ABOUT 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8FDFBB-C41C-7AB3-0E5B-8428A6AB8A43}"/>
              </a:ext>
            </a:extLst>
          </p:cNvPr>
          <p:cNvSpPr txBox="1"/>
          <p:nvPr/>
        </p:nvSpPr>
        <p:spPr>
          <a:xfrm>
            <a:off x="3953439" y="667853"/>
            <a:ext cx="1290923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CAPABILITIES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68B51-D653-C7B2-5E2D-CBD9D3803D59}"/>
              </a:ext>
            </a:extLst>
          </p:cNvPr>
          <p:cNvSpPr txBox="1"/>
          <p:nvPr/>
        </p:nvSpPr>
        <p:spPr>
          <a:xfrm>
            <a:off x="6445609" y="667853"/>
            <a:ext cx="155987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CERTIFICATIONS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6F438-F856-622F-9529-0E9AB6A658C6}"/>
              </a:ext>
            </a:extLst>
          </p:cNvPr>
          <p:cNvSpPr txBox="1"/>
          <p:nvPr/>
        </p:nvSpPr>
        <p:spPr>
          <a:xfrm>
            <a:off x="313765" y="1425388"/>
            <a:ext cx="107666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This page is inspired from </a:t>
            </a:r>
            <a:r>
              <a:rPr lang="en-IN" i="1" dirty="0">
                <a:hlinkClick r:id="rId2"/>
              </a:rPr>
              <a:t>https://www.jaincord.com/featured-samples/</a:t>
            </a:r>
            <a:endParaRPr lang="en-IN" i="1" dirty="0"/>
          </a:p>
          <a:p>
            <a:r>
              <a:rPr lang="en-IN" i="1" dirty="0"/>
              <a:t>I like ye Jain cord </a:t>
            </a:r>
            <a:r>
              <a:rPr lang="en-IN" i="1" dirty="0" err="1"/>
              <a:t>wala</a:t>
            </a:r>
            <a:r>
              <a:rPr lang="en-IN" i="1" dirty="0"/>
              <a:t> page a lot and in the exact same format as theirs ,</a:t>
            </a:r>
          </a:p>
          <a:p>
            <a:r>
              <a:rPr lang="en-IN" i="1" dirty="0"/>
              <a:t>Plan to give at least 30-40 fabric swatch images</a:t>
            </a:r>
          </a:p>
          <a:p>
            <a:endParaRPr lang="en-IN" i="1" dirty="0"/>
          </a:p>
          <a:p>
            <a:r>
              <a:rPr lang="en-IN" i="1" dirty="0"/>
              <a:t>Other than the fabric images I don’t think this page needs a separate write-up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78542F-08AC-2AD4-23F5-A408EAB369C7}"/>
              </a:ext>
            </a:extLst>
          </p:cNvPr>
          <p:cNvSpPr txBox="1"/>
          <p:nvPr/>
        </p:nvSpPr>
        <p:spPr>
          <a:xfrm>
            <a:off x="5298150" y="421632"/>
            <a:ext cx="1093671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FEATURED FABRICS</a:t>
            </a:r>
          </a:p>
        </p:txBody>
      </p:sp>
    </p:spTree>
    <p:extLst>
      <p:ext uri="{BB962C8B-B14F-4D97-AF65-F5344CB8AC3E}">
        <p14:creationId xmlns:p14="http://schemas.microsoft.com/office/powerpoint/2010/main" val="2601954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2342E-B56F-6B02-363F-4580C1510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9175AD-1E64-3334-D575-B07A9F84BCE5}"/>
              </a:ext>
            </a:extLst>
          </p:cNvPr>
          <p:cNvSpPr txBox="1"/>
          <p:nvPr/>
        </p:nvSpPr>
        <p:spPr>
          <a:xfrm>
            <a:off x="138952" y="175409"/>
            <a:ext cx="1757082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LOGO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B4537-0F72-99B3-C38E-01502CB80AF3}"/>
              </a:ext>
            </a:extLst>
          </p:cNvPr>
          <p:cNvSpPr txBox="1"/>
          <p:nvPr/>
        </p:nvSpPr>
        <p:spPr>
          <a:xfrm>
            <a:off x="8104093" y="175410"/>
            <a:ext cx="3980329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GET IN TOUCH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DEC4CC-9988-EFFC-6CE7-18C0678ADF93}"/>
              </a:ext>
            </a:extLst>
          </p:cNvPr>
          <p:cNvSpPr txBox="1"/>
          <p:nvPr/>
        </p:nvSpPr>
        <p:spPr>
          <a:xfrm>
            <a:off x="1999123" y="667853"/>
            <a:ext cx="75304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HOME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04415-F80D-8D9A-56FF-CB788EAF3C97}"/>
              </a:ext>
            </a:extLst>
          </p:cNvPr>
          <p:cNvSpPr txBox="1"/>
          <p:nvPr/>
        </p:nvSpPr>
        <p:spPr>
          <a:xfrm>
            <a:off x="2823881" y="667853"/>
            <a:ext cx="105784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ABOUT 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A9771-1AAB-0CFE-4217-884BDCBBB1FA}"/>
              </a:ext>
            </a:extLst>
          </p:cNvPr>
          <p:cNvSpPr txBox="1"/>
          <p:nvPr/>
        </p:nvSpPr>
        <p:spPr>
          <a:xfrm>
            <a:off x="3953439" y="667853"/>
            <a:ext cx="1290923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CAPABILITIES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EF2EC8-DA0B-E691-CA66-48DA0B5EF782}"/>
              </a:ext>
            </a:extLst>
          </p:cNvPr>
          <p:cNvSpPr txBox="1"/>
          <p:nvPr/>
        </p:nvSpPr>
        <p:spPr>
          <a:xfrm>
            <a:off x="6445609" y="667853"/>
            <a:ext cx="155987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CERTIFICATIONS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FD1C8-1936-4649-B9CF-3A5801FB1D69}"/>
              </a:ext>
            </a:extLst>
          </p:cNvPr>
          <p:cNvSpPr txBox="1"/>
          <p:nvPr/>
        </p:nvSpPr>
        <p:spPr>
          <a:xfrm>
            <a:off x="313765" y="1425388"/>
            <a:ext cx="107666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This page is inspired from </a:t>
            </a:r>
            <a:r>
              <a:rPr lang="en-IN" i="1" dirty="0">
                <a:hlinkClick r:id="rId2"/>
              </a:rPr>
              <a:t>https://madhusudangroup.com/contact-us/</a:t>
            </a:r>
            <a:endParaRPr lang="en-IN" i="1" dirty="0"/>
          </a:p>
          <a:p>
            <a:endParaRPr lang="en-IN" i="1" dirty="0"/>
          </a:p>
          <a:p>
            <a:r>
              <a:rPr lang="en-IN" i="1" dirty="0"/>
              <a:t>This is the last page</a:t>
            </a:r>
          </a:p>
          <a:p>
            <a:r>
              <a:rPr lang="en-IN" i="1" dirty="0"/>
              <a:t>We do not want a FOLLOW US Section as we are not having social media presence</a:t>
            </a:r>
          </a:p>
          <a:p>
            <a:endParaRPr lang="en-IN" i="1" dirty="0"/>
          </a:p>
          <a:p>
            <a:r>
              <a:rPr lang="en-IN" i="1" dirty="0"/>
              <a:t>We do not want a send message option on the website</a:t>
            </a:r>
          </a:p>
          <a:p>
            <a:endParaRPr lang="en-IN" i="1" dirty="0"/>
          </a:p>
          <a:p>
            <a:r>
              <a:rPr lang="en-IN" i="1" dirty="0"/>
              <a:t>Just office address, factory address, Phone number and email ID</a:t>
            </a:r>
          </a:p>
          <a:p>
            <a:r>
              <a:rPr lang="en-IN" i="1" dirty="0"/>
              <a:t>Short and simple will 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E55A5B-5E0D-00B9-DE48-94584DD7CA4C}"/>
              </a:ext>
            </a:extLst>
          </p:cNvPr>
          <p:cNvSpPr txBox="1"/>
          <p:nvPr/>
        </p:nvSpPr>
        <p:spPr>
          <a:xfrm>
            <a:off x="5298150" y="421632"/>
            <a:ext cx="1093671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FEATURED FABRICS</a:t>
            </a:r>
          </a:p>
        </p:txBody>
      </p:sp>
    </p:spTree>
    <p:extLst>
      <p:ext uri="{BB962C8B-B14F-4D97-AF65-F5344CB8AC3E}">
        <p14:creationId xmlns:p14="http://schemas.microsoft.com/office/powerpoint/2010/main" val="296962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B1D0B-AAD7-F620-8711-247B24DB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8E9E55-C922-2E84-152D-0F4C9A0F91B1}"/>
              </a:ext>
            </a:extLst>
          </p:cNvPr>
          <p:cNvSpPr txBox="1"/>
          <p:nvPr/>
        </p:nvSpPr>
        <p:spPr>
          <a:xfrm>
            <a:off x="138952" y="175409"/>
            <a:ext cx="1757082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LOGO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16EE8-0174-F01F-D5CA-9B358E7F9E9E}"/>
              </a:ext>
            </a:extLst>
          </p:cNvPr>
          <p:cNvSpPr txBox="1"/>
          <p:nvPr/>
        </p:nvSpPr>
        <p:spPr>
          <a:xfrm>
            <a:off x="8104093" y="175410"/>
            <a:ext cx="398032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GET IN TOUCH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BA7409-6DA3-B208-6993-E326BD05FFE7}"/>
              </a:ext>
            </a:extLst>
          </p:cNvPr>
          <p:cNvSpPr txBox="1"/>
          <p:nvPr/>
        </p:nvSpPr>
        <p:spPr>
          <a:xfrm>
            <a:off x="1999123" y="667853"/>
            <a:ext cx="75304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HOME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E57862-D8E8-75BC-55CB-8F22A28EA763}"/>
              </a:ext>
            </a:extLst>
          </p:cNvPr>
          <p:cNvSpPr txBox="1"/>
          <p:nvPr/>
        </p:nvSpPr>
        <p:spPr>
          <a:xfrm>
            <a:off x="2823881" y="667853"/>
            <a:ext cx="105784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ABOUT 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284FD-6113-7F2E-5795-FEF480FB47F6}"/>
              </a:ext>
            </a:extLst>
          </p:cNvPr>
          <p:cNvSpPr txBox="1"/>
          <p:nvPr/>
        </p:nvSpPr>
        <p:spPr>
          <a:xfrm>
            <a:off x="3953439" y="667853"/>
            <a:ext cx="1290923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CAPABILITIES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FCC4E6-200B-0B0F-2B27-20D07213D848}"/>
              </a:ext>
            </a:extLst>
          </p:cNvPr>
          <p:cNvSpPr txBox="1"/>
          <p:nvPr/>
        </p:nvSpPr>
        <p:spPr>
          <a:xfrm>
            <a:off x="6445609" y="667853"/>
            <a:ext cx="155987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CERTIFICATIONS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09ABB2-019D-C8E7-9771-3AFF0777A199}"/>
              </a:ext>
            </a:extLst>
          </p:cNvPr>
          <p:cNvSpPr txBox="1"/>
          <p:nvPr/>
        </p:nvSpPr>
        <p:spPr>
          <a:xfrm>
            <a:off x="313765" y="1425388"/>
            <a:ext cx="107666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FINAL THOUGHTS-</a:t>
            </a:r>
          </a:p>
          <a:p>
            <a:endParaRPr lang="en-IN" i="1" dirty="0"/>
          </a:p>
          <a:p>
            <a:r>
              <a:rPr lang="en-IN" i="1" dirty="0"/>
              <a:t>The factory images and the worker images and the machines’ images : total there will be 40-50 images besides featured fabrics section where we will have at least another 40 fabric images</a:t>
            </a:r>
          </a:p>
          <a:p>
            <a:endParaRPr lang="en-IN" i="1" dirty="0"/>
          </a:p>
          <a:p>
            <a:r>
              <a:rPr lang="en-IN" i="1" dirty="0"/>
              <a:t>Image resolution and re-sizing </a:t>
            </a:r>
            <a:r>
              <a:rPr lang="en-IN" i="1" dirty="0" err="1"/>
              <a:t>aap</a:t>
            </a:r>
            <a:r>
              <a:rPr lang="en-IN" i="1" dirty="0"/>
              <a:t> </a:t>
            </a:r>
            <a:r>
              <a:rPr lang="en-IN" i="1" dirty="0" err="1"/>
              <a:t>dekh</a:t>
            </a:r>
            <a:r>
              <a:rPr lang="en-IN" i="1" dirty="0"/>
              <a:t> </a:t>
            </a:r>
            <a:r>
              <a:rPr lang="en-IN" i="1" dirty="0" err="1"/>
              <a:t>lena</a:t>
            </a:r>
            <a:r>
              <a:rPr lang="en-IN" i="1" dirty="0"/>
              <a:t> such that it is both web and mobile friendly</a:t>
            </a:r>
          </a:p>
          <a:p>
            <a:r>
              <a:rPr lang="en-IN" i="1" dirty="0"/>
              <a:t>All of these I will leave to your judgment</a:t>
            </a:r>
          </a:p>
          <a:p>
            <a:endParaRPr lang="en-IN" i="1" dirty="0"/>
          </a:p>
          <a:p>
            <a:r>
              <a:rPr lang="en-IN" i="1" dirty="0"/>
              <a:t>For </a:t>
            </a:r>
            <a:r>
              <a:rPr lang="en-IN" i="1" dirty="0" err="1"/>
              <a:t>color</a:t>
            </a:r>
            <a:r>
              <a:rPr lang="en-IN" i="1" dirty="0"/>
              <a:t> scheme , I will share my fabric header and Logos with you </a:t>
            </a:r>
          </a:p>
          <a:p>
            <a:r>
              <a:rPr lang="en-IN" i="1" dirty="0"/>
              <a:t>Please try to pick from them</a:t>
            </a:r>
          </a:p>
          <a:p>
            <a:endParaRPr lang="en-IN" i="1" dirty="0"/>
          </a:p>
          <a:p>
            <a:r>
              <a:rPr lang="en-IN" i="1" dirty="0"/>
              <a:t>Overall, this will be a static website only with no particular call-to-action</a:t>
            </a:r>
          </a:p>
          <a:p>
            <a:r>
              <a:rPr lang="en-IN" i="1" dirty="0"/>
              <a:t>It is just a face which the company will be having on the internet</a:t>
            </a:r>
          </a:p>
          <a:p>
            <a:r>
              <a:rPr lang="en-IN" i="1" dirty="0"/>
              <a:t>Iska decoration I will leave in </a:t>
            </a:r>
            <a:r>
              <a:rPr lang="en-IN" i="1"/>
              <a:t>your hands</a:t>
            </a:r>
            <a:endParaRPr lang="en-IN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324FB8-18C7-F34D-AFF4-F6CF83E8938B}"/>
              </a:ext>
            </a:extLst>
          </p:cNvPr>
          <p:cNvSpPr txBox="1"/>
          <p:nvPr/>
        </p:nvSpPr>
        <p:spPr>
          <a:xfrm>
            <a:off x="5298150" y="421632"/>
            <a:ext cx="1093671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FEATURED FABRICS</a:t>
            </a:r>
          </a:p>
        </p:txBody>
      </p:sp>
    </p:spTree>
    <p:extLst>
      <p:ext uri="{BB962C8B-B14F-4D97-AF65-F5344CB8AC3E}">
        <p14:creationId xmlns:p14="http://schemas.microsoft.com/office/powerpoint/2010/main" val="3553097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836</Words>
  <Application>Microsoft Office PowerPoint</Application>
  <PresentationFormat>Widescreen</PresentationFormat>
  <Paragraphs>128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Pulkit Agarwal - Aayushi Fab</dc:creator>
  <cp:lastModifiedBy>Pulkit Agarwal - Aayushi Fab</cp:lastModifiedBy>
  <cp:revision>2</cp:revision>
  <dcterms:created xsi:type="dcterms:W3CDTF">2026-07-08T11:52:06Z</dcterms:created>
  <dcterms:modified xsi:type="dcterms:W3CDTF">2026-07-08T12:50:09Z</dcterms:modified>
</cp:coreProperties>
</file>